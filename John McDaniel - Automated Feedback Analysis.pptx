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Inter ExtraBold"/>
      <p:bold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InterExtraBold-boldItalic.fntdata"/><Relationship Id="rId23" Type="http://schemas.openxmlformats.org/officeDocument/2006/relationships/font" Target="fonts/Inter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a7936c4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6a7936c4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6a7936c4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6a7936c4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d72546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d72546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6d725464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6d725464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6d725464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6d725464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6d725464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6d725464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6d725464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6d725464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6a7936c4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6a7936c4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6a7936c4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6a7936c4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6a7936c4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6a7936c4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BC4n7b9-z_vADSFhP6nUzco637n1QnyA/view?usp=sharing" TargetMode="External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us2.make.com/public/shared-scenario/X4vjxrZE6FC/make-automation-workflow-setup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us2.make.com/public/shared-scenario/X4vjxrZE6FC/make-automation-workflow-setup" TargetMode="External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us2.make.com/public/shared-scenario/X4vjxrZE6FC/make-automation-workflow-setup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us2.make.com/public/shared-scenario/X4vjxrZE6FC/make-automation-workflow-setup" TargetMode="External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us2.make.com/public/shared-scenario/X4vjxrZE6FC/make-automation-workflow-setup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us2.make.com/public/shared-scenario/X4vjxrZE6FC/make-automation-workflow-setup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forms/d/e/1FAIpQLSd02PaSTJWO-fK-B1vj_9X4GKQpuZez_5qOb5T54Gc7r1RPVA/viewform?usp=sharing&amp;ouid=106084722717281723637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spreadsheets/d/1Sev-GDaID2wKyfLfb0gWg0zEC84BXZWKPNamx9WNWsE/edit?usp=sharing" TargetMode="External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4294967295" type="ctrTitle"/>
          </p:nvPr>
        </p:nvSpPr>
        <p:spPr>
          <a:xfrm>
            <a:off x="64008" y="638300"/>
            <a:ext cx="8520600" cy="213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Automated Feedback Analysis Workflow</a:t>
            </a:r>
            <a:endParaRPr sz="5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John Mc Daniel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3" name="Google Shape;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AI Automation | Project 3</a:t>
            </a:r>
            <a:endParaRPr sz="1200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Introduction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0" name="Google Shape;90;p29"/>
          <p:cNvSpPr txBox="1"/>
          <p:nvPr>
            <p:ph idx="1" type="subTitle"/>
          </p:nvPr>
        </p:nvSpPr>
        <p:spPr>
          <a:xfrm>
            <a:off x="247175" y="2059050"/>
            <a:ext cx="8520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Project Overview:</a:t>
            </a:r>
            <a:endParaRPr b="1"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*Build a zero-code automation that processes customer feedback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*Transform scattered feedback into clear insight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*Use AI to analyze and create automatic summaries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*Store and organize everything in Google Sheets for easy tracking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29"/>
          <p:cNvSpPr txBox="1"/>
          <p:nvPr/>
        </p:nvSpPr>
        <p:spPr>
          <a:xfrm>
            <a:off x="247175" y="1331300"/>
            <a:ext cx="4372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John Mc Daniel</a:t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 txBox="1"/>
          <p:nvPr>
            <p:ph type="ctrTitle"/>
          </p:nvPr>
        </p:nvSpPr>
        <p:spPr>
          <a:xfrm>
            <a:off x="126025" y="1100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 diagram - JSON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7" name="Google Shape;97;p30"/>
          <p:cNvSpPr txBox="1"/>
          <p:nvPr/>
        </p:nvSpPr>
        <p:spPr>
          <a:xfrm>
            <a:off x="126025" y="4545000"/>
            <a:ext cx="8778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JSON Workflow Intergration Link: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https://drive.google.com/file/d/1BC4n7b9-z_vADSFhP6nUzco637n1QnyA/view?usp=sharing</a:t>
            </a:r>
            <a:endParaRPr/>
          </a:p>
        </p:txBody>
      </p:sp>
      <p:pic>
        <p:nvPicPr>
          <p:cNvPr id="98" name="Google Shape;98;p30" title="JSON Intergration Workflow - Sprint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0850" y="1062875"/>
            <a:ext cx="3197625" cy="3329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/>
          <p:nvPr>
            <p:ph type="ctrTitle"/>
          </p:nvPr>
        </p:nvSpPr>
        <p:spPr>
          <a:xfrm>
            <a:off x="134400" y="52030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 Automation Summary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" name="Google Shape;104;p31"/>
          <p:cNvSpPr/>
          <p:nvPr/>
        </p:nvSpPr>
        <p:spPr>
          <a:xfrm>
            <a:off x="134400" y="1231425"/>
            <a:ext cx="8875200" cy="317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The workflow in the provided Make.com scenario below focuses on automating tasks by connecting various applications through a user-friendly visual interface.</a:t>
            </a:r>
            <a:endParaRPr sz="3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/>
          <p:nvPr>
            <p:ph type="ctrTitle"/>
          </p:nvPr>
        </p:nvSpPr>
        <p:spPr>
          <a:xfrm>
            <a:off x="355975" y="143375"/>
            <a:ext cx="82779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 Diagram - Make Scenario</a:t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0" name="Google Shape;110;p32"/>
          <p:cNvSpPr txBox="1"/>
          <p:nvPr/>
        </p:nvSpPr>
        <p:spPr>
          <a:xfrm>
            <a:off x="264650" y="4295775"/>
            <a:ext cx="881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Make Scenario Workflow Link: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https://us2.make.com/public/shared-scenario/X4vjxrZE6FC/make-automation-workflow-setup</a:t>
            </a:r>
            <a:endParaRPr/>
          </a:p>
        </p:txBody>
      </p:sp>
      <p:pic>
        <p:nvPicPr>
          <p:cNvPr id="111" name="Google Shape;111;p32" title="Make Workflow - Sprint 3.png"/>
          <p:cNvPicPr preferRelativeResize="0"/>
          <p:nvPr/>
        </p:nvPicPr>
        <p:blipFill rotWithShape="1">
          <a:blip r:embed="rId4">
            <a:alphaModFix/>
          </a:blip>
          <a:srcRect b="12681" l="0" r="0" t="12674"/>
          <a:stretch/>
        </p:blipFill>
        <p:spPr>
          <a:xfrm>
            <a:off x="499175" y="1168025"/>
            <a:ext cx="8178026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"/>
          <p:cNvSpPr txBox="1"/>
          <p:nvPr>
            <p:ph type="ctrTitle"/>
          </p:nvPr>
        </p:nvSpPr>
        <p:spPr>
          <a:xfrm>
            <a:off x="355975" y="143375"/>
            <a:ext cx="82779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Google Forms</a:t>
            </a:r>
            <a:r>
              <a:rPr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- Make Settings</a:t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7" name="Google Shape;117;p33"/>
          <p:cNvSpPr txBox="1"/>
          <p:nvPr/>
        </p:nvSpPr>
        <p:spPr>
          <a:xfrm>
            <a:off x="264650" y="4295775"/>
            <a:ext cx="881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Make Scenario Workflow Link: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https://us2.make.com/public/shared-scenario/X4vjxrZE6FC/make-automation-workflow-setup</a:t>
            </a:r>
            <a:endParaRPr/>
          </a:p>
        </p:txBody>
      </p:sp>
      <p:pic>
        <p:nvPicPr>
          <p:cNvPr id="118" name="Google Shape;118;p33" title="Google Forms Make Settings - Sprint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9150" y="1016675"/>
            <a:ext cx="2959675" cy="31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>
            <p:ph type="ctrTitle"/>
          </p:nvPr>
        </p:nvSpPr>
        <p:spPr>
          <a:xfrm>
            <a:off x="355975" y="143375"/>
            <a:ext cx="82779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Google Gemini AI - Make Settings</a:t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4" name="Google Shape;124;p34"/>
          <p:cNvSpPr txBox="1"/>
          <p:nvPr/>
        </p:nvSpPr>
        <p:spPr>
          <a:xfrm>
            <a:off x="264650" y="4295775"/>
            <a:ext cx="881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Make Scenario Workflow Link: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https://us2.make.com/public/shared-scenario/X4vjxrZE6FC/make-automation-workflow-setup</a:t>
            </a:r>
            <a:endParaRPr/>
          </a:p>
        </p:txBody>
      </p:sp>
      <p:pic>
        <p:nvPicPr>
          <p:cNvPr id="125" name="Google Shape;125;p34" title="Google Gemini AI Make Settings - Sprint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9601" y="875800"/>
            <a:ext cx="1697800" cy="33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4" title="Google Gemini AI Make Settings 2 - Sprint 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8275" y="942750"/>
            <a:ext cx="1666191" cy="33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5"/>
          <p:cNvSpPr txBox="1"/>
          <p:nvPr>
            <p:ph type="ctrTitle"/>
          </p:nvPr>
        </p:nvSpPr>
        <p:spPr>
          <a:xfrm>
            <a:off x="355975" y="143375"/>
            <a:ext cx="82779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Parse JSON</a:t>
            </a:r>
            <a:r>
              <a:rPr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- Make Settings</a:t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2" name="Google Shape;132;p35"/>
          <p:cNvSpPr txBox="1"/>
          <p:nvPr/>
        </p:nvSpPr>
        <p:spPr>
          <a:xfrm>
            <a:off x="264650" y="4295775"/>
            <a:ext cx="881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Make Scenario Workflow Link: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https://us2.make.com/public/shared-scenario/X4vjxrZE6FC/make-automation-workflow-setup</a:t>
            </a:r>
            <a:endParaRPr/>
          </a:p>
        </p:txBody>
      </p:sp>
      <p:pic>
        <p:nvPicPr>
          <p:cNvPr id="133" name="Google Shape;133;p35" title="Parse JSON Make Settings - Sprint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6400" y="1016675"/>
            <a:ext cx="3437042" cy="31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ctrTitle"/>
          </p:nvPr>
        </p:nvSpPr>
        <p:spPr>
          <a:xfrm>
            <a:off x="355975" y="143375"/>
            <a:ext cx="82779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Google Sheets - Make Settings</a:t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9" name="Google Shape;139;p36"/>
          <p:cNvSpPr txBox="1"/>
          <p:nvPr/>
        </p:nvSpPr>
        <p:spPr>
          <a:xfrm>
            <a:off x="264650" y="4295775"/>
            <a:ext cx="881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Make Scenario Workflow Link: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https://us2.make.com/public/shared-scenario/X4vjxrZE6FC/make-automation-workflow-setup</a:t>
            </a:r>
            <a:endParaRPr/>
          </a:p>
        </p:txBody>
      </p:sp>
      <p:pic>
        <p:nvPicPr>
          <p:cNvPr id="140" name="Google Shape;140;p36" title="Google Sheets Make Settings - Sprint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3550" y="814125"/>
            <a:ext cx="1734700" cy="347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6" title="Google Sheets Make Settings 2 - Sprint 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8125" y="814113"/>
            <a:ext cx="1775469" cy="351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6" title="Google Sheets Make Settings 3 - Sprint 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3475" y="812287"/>
            <a:ext cx="1775475" cy="3476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 txBox="1"/>
          <p:nvPr>
            <p:ph type="ctrTitle"/>
          </p:nvPr>
        </p:nvSpPr>
        <p:spPr>
          <a:xfrm>
            <a:off x="355975" y="143375"/>
            <a:ext cx="82779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Gmail</a:t>
            </a:r>
            <a:r>
              <a:rPr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- Make Settings</a:t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8" name="Google Shape;148;p37"/>
          <p:cNvSpPr txBox="1"/>
          <p:nvPr/>
        </p:nvSpPr>
        <p:spPr>
          <a:xfrm>
            <a:off x="264650" y="4295775"/>
            <a:ext cx="881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Make Scenario Workflow Link: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https://us2.make.com/public/shared-scenario/X4vjxrZE6FC/make-automation-workflow-setup</a:t>
            </a:r>
            <a:endParaRPr/>
          </a:p>
        </p:txBody>
      </p:sp>
      <p:pic>
        <p:nvPicPr>
          <p:cNvPr id="149" name="Google Shape;149;p37" title="Gmail Make Settings - Sprint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9000" y="856000"/>
            <a:ext cx="1706077" cy="343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7" title="Gmail Make Settings 2 - Sprint 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99" y="842475"/>
            <a:ext cx="1706075" cy="3458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8"/>
          <p:cNvSpPr txBox="1"/>
          <p:nvPr>
            <p:ph type="ctrTitle"/>
          </p:nvPr>
        </p:nvSpPr>
        <p:spPr>
          <a:xfrm>
            <a:off x="355975" y="143375"/>
            <a:ext cx="82779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 in action - Google Forms</a:t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6" name="Google Shape;156;p38"/>
          <p:cNvSpPr txBox="1"/>
          <p:nvPr/>
        </p:nvSpPr>
        <p:spPr>
          <a:xfrm>
            <a:off x="264650" y="4295775"/>
            <a:ext cx="881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Google Forms Workflow Link: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https://docs.google.com/forms/d/e/1FAIpQLSd02PaSTJWO-fK-B1vj_9X4GKQpuZez_5qOb5T54Gc7r1RPVA/viewform?usp=sharing&amp;ouid=106084722717281723637</a:t>
            </a:r>
            <a:endParaRPr/>
          </a:p>
        </p:txBody>
      </p:sp>
      <p:pic>
        <p:nvPicPr>
          <p:cNvPr id="157" name="Google Shape;157;p38" title="Google Forms Workflow - Sprint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16675"/>
            <a:ext cx="2413122" cy="312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8" title="Google Forms Workflow 2 - Sprint 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7922" y="1016675"/>
            <a:ext cx="2512870" cy="312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8" title="Google Forms Workflow 3 - Sprint 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3192" y="1016675"/>
            <a:ext cx="2654108" cy="31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9"/>
          <p:cNvSpPr txBox="1"/>
          <p:nvPr>
            <p:ph type="ctrTitle"/>
          </p:nvPr>
        </p:nvSpPr>
        <p:spPr>
          <a:xfrm>
            <a:off x="311700" y="294525"/>
            <a:ext cx="852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 in action - Google Sheets</a:t>
            </a:r>
            <a:endParaRPr sz="35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65" name="Google Shape;165;p39"/>
          <p:cNvSpPr txBox="1"/>
          <p:nvPr/>
        </p:nvSpPr>
        <p:spPr>
          <a:xfrm>
            <a:off x="311700" y="3882825"/>
            <a:ext cx="8242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Google</a:t>
            </a:r>
            <a:r>
              <a:rPr b="1" lang="en" u="sng"/>
              <a:t> Sheets Workflow Link: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https://docs.google.com/spreadsheets/d/1Sev-GDaID2wKyfLfb0gWg0zEC84BXZWKPNamx9WNWsE/edit?usp=sharing</a:t>
            </a:r>
            <a:endParaRPr/>
          </a:p>
        </p:txBody>
      </p:sp>
      <p:pic>
        <p:nvPicPr>
          <p:cNvPr id="166" name="Google Shape;166;p39" title="Google Sheets Workflow - Sprint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600" y="1405800"/>
            <a:ext cx="8839199" cy="211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0"/>
          <p:cNvSpPr txBox="1"/>
          <p:nvPr>
            <p:ph type="ctrTitle"/>
          </p:nvPr>
        </p:nvSpPr>
        <p:spPr>
          <a:xfrm>
            <a:off x="220750" y="293600"/>
            <a:ext cx="852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Ways to Improve Current Workflow</a:t>
            </a:r>
            <a:endParaRPr sz="37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2" name="Google Shape;172;p40"/>
          <p:cNvSpPr txBox="1"/>
          <p:nvPr>
            <p:ph idx="1" type="subTitle"/>
          </p:nvPr>
        </p:nvSpPr>
        <p:spPr>
          <a:xfrm>
            <a:off x="220750" y="1417875"/>
            <a:ext cx="8520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Using “</a:t>
            </a:r>
            <a:r>
              <a:rPr lang="en" sz="2400">
                <a:solidFill>
                  <a:schemeClr val="dk1"/>
                </a:solidFill>
              </a:rPr>
              <a:t>Slack AI” could automate status updates and reminders to ensure everyone stays informed, minimizing miscommunication and burnout.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Using “UiPath” for data entry, email management, and appointment scheduling can free up time for strategic work.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